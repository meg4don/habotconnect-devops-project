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note on this slide with real screenshots from a GitHub Actions run: one failed run showing the quarantine trigger, one passing run after remediation. This directly satisfies submission requirement 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Restoring System Integrity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Provisioning, Fail-Closed Pipeline, and Zero-Judgment Validation Blueprint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Cloud &amp; DevOps Engineer (GCP / Django / React) — Hiring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Jishnu Ravi  |  ravijishnu431@gmail.com  |  8111940958 (Alt: 8943105754)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8229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Scenario: Our Worst 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guidelines bypassed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developer's push skipped the standard review checkpoints entirely.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credentials in raw code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secret keys were committed directly into application source.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analytics broken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schema mismatch propagated into the analytics layer, causing data loss risk.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tasks in this deck maps directly onto one of these failures — provisioning, pipeline logic, and schema validation.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Overview &amp; Logic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payload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40280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96312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96312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field-by-field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validation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87952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43984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43984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encrypted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35624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91656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lint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83296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39328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Staged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39328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BigQuery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30968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28700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0" y="2487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0" y="3063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Region-scoped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 advances to the next stage if it passes the gate immediately before it. A failure at any stage halts forward movement — there is no path that skips a gate.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IaC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Secure Staging Provisioning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in Terraform: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GCS bucket: D0 Raw Landing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BigQuery dataset: D1 Staged/Enforced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Customer-managed encryption (CMEK) on both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Uniform bucket-level access, public access enforced off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3774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CMEK: the incident involved credential leakage — encryption at rest with a rotated, customer-controlled key is the direct countermeasure.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03720" y="32918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bucket-level access removes per-object ACL drift, a common source of accidental public exposure.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03720" y="42062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on the raw bucket preserves an audit trail of every ingest.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IAM / RBAC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Least Privilege &amp; Row-Level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Control layer: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92608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Creator role, scoped to the /incoming/ path only via an IAM condition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92608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service account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31546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Admin on the raw bucket; BigQuery Data Editor scoped to the staged dataset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292608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reader group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40233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Reader role, further restricted by a Row-Level Security policy on region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assumption: the RLS filter predicate references a placeholder function name for readability. A production version would join against a governed authorized_regions mapping table — this is noted directly in the Terraform comments, not left silent.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Poka-Yoke CI/CD Build Gate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and pull request runs through two independent gates before anything can reach staging.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Format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formatting check + Flake8 style check. Any diff or violation fails the job.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 Gate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063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full-history scan plus a custom regex sweep for API key and private key shapes.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gate fails, the Quarantine job fires automatically and the workflow exits non-zero — there is no manual override step in this file.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Demonstrating Fail-Closed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BEAEA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 Failed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included: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hardcoded API key matching a known credential pattern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Black formatting violation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secret-scan and lint jobs both failed → quarantine job triggered → workflow marked failed.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9F5EC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Passed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remediation: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Hardcoded key removed, credential moved to Secret Manager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reformatted with Black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gates passed → build eligible for staging deployment.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screenshots of the actual GitHub Actions run here — replace this note before presenting.]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The DCYN Library Concept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 = Deconstructed / Categorical Yes-No. Every field on the onboarding form is resolved to an explicit, auditable boolean before it ever reaches the database.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field_name, answer: true / false, reason: "..."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bare booleans — every result carries a stated reason, so nothing is unexplained.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same checks are mirrored structurally in the DRF serializer, so the API layer and the audit layer never disagree.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human reviewer never has to interpret an edge case — the system has already decided.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DCYN LIBRARY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DCYN Checks Applied to the Onboarding Payload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5568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0" y="1783080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Condition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student_full_name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2313432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Format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23760" y="2313432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2-100 chars, letters/spaces/hyphens/apostrophes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11155680" cy="502920"/>
          </a:xfrm>
          <a:prstGeom prst="rect">
            <a:avLst/>
          </a:prstGeom>
          <a:solidFill>
            <a:srgbClr val="EAF2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date_of_birth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0" y="2843784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Range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2843784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date, age between 3 and 18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74136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guardian_email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3374136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3374136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standard email pattern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11155680" cy="502920"/>
          </a:xfrm>
          <a:prstGeom prst="rect">
            <a:avLst/>
          </a:prstGeom>
          <a:solidFill>
            <a:srgbClr val="EAF2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04488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guardian_phone_number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Format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23760" y="3904488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E.164 international format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preferred_session_language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0624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List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2376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of the supported languages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65192"/>
            <a:ext cx="11155680" cy="502920"/>
          </a:xfrm>
          <a:prstGeom prst="rect">
            <a:avLst/>
          </a:prstGeom>
          <a:solidFill>
            <a:srgbClr val="EAF2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965192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consent_to_data_processing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06240" y="4965192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+ Business Rule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23760" y="4965192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strictly True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495544"/>
            <a:ext cx="11155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495544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session_frequency_per_week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06240" y="5495544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23760" y="5495544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between 1 and 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DRF SERIALIZER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Django REST Framework Serializer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student_full_name = serializers.RegexField(regex=r"^[A-Za-z][A-Za-z\s'\-]{1,99}$", max_length=100)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date_of_birth = serializers.DateField(input_formats=["%Y-%m-%d"])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guardian_email = serializers.EmailField(max_length=254)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guardian_phone_number = serializers.RegexField(regex=r"^\+[1-9]\d{7,14}$")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preferred_session_language = serializers.ChoiceField(choices=[...])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session_frequency_per_week = serializers.IntegerField(min_value=1, max_value=5)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032504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validate_consent_to_data_processing(self, value):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3342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value is not True: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serializers.ValidationError("Consent is required to complete onboarding.")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uses an exact type, pattern, or range — never an open CharField — so structural validation, not human review, is the last line of defense.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SCHEMA MAPPING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Field Mapping Worksheet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field-by-field worksheet accompanies this submission (schema_field_mapping.xlsx), tracing each field from the incoming JSON payload through its DCYN check and serializer rule to its destination column in the D1 Staged/Enforced dataset.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Text enabled on every worksheet for full visibility of all content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520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words used throughout — no slang, abbreviations, or placeholder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14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pipeline-generated columns (region, ingestion_timestamp) documented separately from guardian-supplied fields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Submission Maps to the Assessment Criteria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1828800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CMEK-encrypted GCS bucket, RLS-enforced BigQuery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93192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7004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Poka-Yoke Pipeline Logic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670048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Lint, format, and secret-scan gates, fail-closed by default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393192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1129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Schema 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3511296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DCYN library + serializer, mirrored field-by-field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393192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4352544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IAM conditions, least-privilege service account, RLS by region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93792"/>
            <a:ext cx="393192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937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Rigor &amp; Clarity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5193792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assumptions, no unlabeled placeholders, full-word spreadsheet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&amp;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HabotConnect's Culture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submission was built the way HabotConnect's Quiet Management culture asks for: high accountability, detail-obsessed, and with zero reliance on hope or human memory to prevent bugs.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Hope-Based Bugs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is automated: the CI/CD gate, not a reviewer's memory, decides pass or fail.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Delivery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a company resource person, using outside documentation as expected.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834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Assumptions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placeholder is named and justified in place, never left silent.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Deliverables &amp; Links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Terraform configuration: terraform/main.tf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CI/CD workflow: ci-cd/.github/workflows/build-gate.yml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DCYN library: django/dcyn_library.py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DRF serializer: django/serializers.py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Schema mapping worksheet: schemas/schema_field_mapping.xlsx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[Insert link to your GitHub repository here]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[Insert link to your live Fail-Closed workflow run here]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Hiring Project — Jishnu Ravi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walk through any part of this in more depth during the interview.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Jishnu Ravi  |  ravijishnu431@gmail.com  |  8111940958 (Alt: 8943105754)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2026-08-24T08:35:19Z</dcterms:created>
  <dcterms:modified xsi:type="dcterms:W3CDTF">2026-08-24T08:35:19Z</dcterms:modified>
</cp:coreProperties>
</file>